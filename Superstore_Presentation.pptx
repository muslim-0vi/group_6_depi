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9153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4572000" cy="4572000"/>
          </a:xfrm>
          <a:prstGeom prst="ellipse">
            <a:avLst/>
          </a:prstGeom>
          <a:solidFill>
            <a:srgbClr val="2E86AB">
              <a:alpha val="25000"/>
            </a:srgbClr>
          </a:solidFill>
          <a:ln w="12700">
            <a:solidFill>
              <a:srgbClr val="2E86AB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0" y="-457200"/>
            <a:ext cx="2743200" cy="27432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31650" y="5100221"/>
            <a:ext cx="3657600" cy="365760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6319" y="1577943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Superstore Sales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17885" y="2388252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A8C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Analysis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912319" y="3342381"/>
            <a:ext cx="576072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440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348282" y="4147987"/>
            <a:ext cx="28887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Mahmoud</a:t>
            </a:r>
            <a:endParaRPr lang="en-US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3CD5AF5-6FD1-3FA8-A04D-105FAA979755}"/>
              </a:ext>
            </a:extLst>
          </p:cNvPr>
          <p:cNvSpPr txBox="1"/>
          <p:nvPr/>
        </p:nvSpPr>
        <p:spPr>
          <a:xfrm>
            <a:off x="4140562" y="3386032"/>
            <a:ext cx="33042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Team project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D94395-03F4-F561-5CFD-D025CA1A13CB}"/>
              </a:ext>
            </a:extLst>
          </p:cNvPr>
          <p:cNvSpPr txBox="1"/>
          <p:nvPr/>
        </p:nvSpPr>
        <p:spPr>
          <a:xfrm>
            <a:off x="1913138" y="4445411"/>
            <a:ext cx="77590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Eid Magdy</a:t>
            </a:r>
            <a:endParaRPr lang="en-US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F6E767C-B086-AB89-6FCC-BB02BD378DD7}"/>
              </a:ext>
            </a:extLst>
          </p:cNvPr>
          <p:cNvSpPr txBox="1"/>
          <p:nvPr/>
        </p:nvSpPr>
        <p:spPr>
          <a:xfrm>
            <a:off x="1913138" y="4774140"/>
            <a:ext cx="77590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Fares Walaa</a:t>
            </a:r>
            <a:endParaRPr lang="en-US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F573076-93AC-08C1-074F-4D1A107384A2}"/>
              </a:ext>
            </a:extLst>
          </p:cNvPr>
          <p:cNvSpPr txBox="1"/>
          <p:nvPr/>
        </p:nvSpPr>
        <p:spPr>
          <a:xfrm>
            <a:off x="1913138" y="5071348"/>
            <a:ext cx="77590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Yomna Mahmoud</a:t>
            </a:r>
            <a:endParaRPr 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Inside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24712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08760"/>
            <a:ext cx="685800" cy="68580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08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5087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Overview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20299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Sales by Year, State Map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28016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1508760"/>
            <a:ext cx="685800" cy="68580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508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60920" y="15087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Analysis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360920" y="20299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Distribution, Top 10, Avg Order Value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977640"/>
            <a:ext cx="685800" cy="68580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977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39776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Products Analysis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08760" y="449884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&amp; Bottom Products, Sales by Category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09360" y="374904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3977640"/>
            <a:ext cx="685800" cy="68580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3977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60920" y="39776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Performance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360920" y="449884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Region and Ship Mode Distribution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Sales, Annual Trend, and Geographic Distribution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43000"/>
            <a:ext cx="7772400" cy="4434840"/>
          </a:xfrm>
          <a:prstGeom prst="rect">
            <a:avLst/>
          </a:prstGeom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8275320" y="114300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412480" y="1280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412480" y="1719072"/>
            <a:ext cx="33832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58200" y="1828800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58200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823960" y="1810512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of $2.26M across 4 years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458200" y="2880360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58200" y="2880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823960" y="2862072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growth from 2016 to 2018 after a slight dip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458200" y="3931920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58200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823960" y="3913632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and New York are the top-selling states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458200" y="4983480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58200" y="4983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823960" y="4965192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is the most profitable despite mid-level sales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Behavior, Segment Distribution, and Top Buyers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43000"/>
            <a:ext cx="7772400" cy="4434840"/>
          </a:xfrm>
          <a:prstGeom prst="rect">
            <a:avLst/>
          </a:prstGeom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8275320" y="114300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412480" y="1280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412480" y="1719072"/>
            <a:ext cx="33832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58200" y="1828800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58200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823960" y="1810512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is the largest segment at 50.76% of sales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458200" y="2880360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58200" y="2880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823960" y="2862072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Office has the highest Avg Order Value at $475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458200" y="3931920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58200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823960" y="3913632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Miller is the top individual customer at $25,043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458200" y="4983480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58200" y="4983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823960" y="4965192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Region has the largest number of customers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Products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and Worst Selling Products and Category Distribution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43000"/>
            <a:ext cx="7772400" cy="4434840"/>
          </a:xfrm>
          <a:prstGeom prst="rect">
            <a:avLst/>
          </a:prstGeom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8275320" y="114300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412480" y="1280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412480" y="1719072"/>
            <a:ext cx="33832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58200" y="1828800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58200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823960" y="1810512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 imageCLASS 2200 is the top product at $53,200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458200" y="2880360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58200" y="2880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823960" y="2862072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Supplies leads in number of products and orders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458200" y="3931920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58200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823960" y="3913632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has the highest average product value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458200" y="4983480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58200" y="4983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823960" y="4965192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products sell for less than $2 each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by Region and Ship Mode Comparison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43000"/>
            <a:ext cx="7772400" cy="4434840"/>
          </a:xfrm>
          <a:prstGeom prst="rect">
            <a:avLst/>
          </a:prstGeom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8275320" y="114300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412480" y="1280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412480" y="1719072"/>
            <a:ext cx="33832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58200" y="1828800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58200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823960" y="1810512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leads with $710K in sales (31% of total)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458200" y="2880360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58200" y="2880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823960" y="2862072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Class is the most used shipping in all Regions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458200" y="3931920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58200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823960" y="3913632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has the lowest sales and orders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458200" y="4983480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58200" y="4983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823960" y="4965192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Class accounts for ~16% of orders in each Region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action items based on dashboard analysis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170432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170432"/>
            <a:ext cx="3566160" cy="475488"/>
          </a:xfrm>
          <a:prstGeom prst="roundRect">
            <a:avLst>
              <a:gd name="adj" fmla="val 2307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426464"/>
            <a:ext cx="356616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17043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512064" y="17190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Replicate 2017-2018 Growth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2064" y="2221992"/>
            <a:ext cx="32918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grew 56% in two years. Identify and scale the strategies behind this peak performance.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61104" y="1170432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61104" y="1152144"/>
            <a:ext cx="3566160" cy="512064"/>
          </a:xfrm>
          <a:prstGeom prst="roundRect">
            <a:avLst>
              <a:gd name="adj" fmla="val 23077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pPr algn="ctr"/>
            <a:endParaRPr lang="en-US" sz="1600" b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261104" y="1517905"/>
            <a:ext cx="3566160" cy="16372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839712" y="1261872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600" b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425696" y="17190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 in Home Office Segment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25696" y="2221992"/>
            <a:ext cx="32918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Avg Order Value at $475. Targeted campaigns here deliver the best revenue per customer.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74736" y="1170432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74736" y="1170432"/>
            <a:ext cx="3566160" cy="475488"/>
          </a:xfrm>
          <a:prstGeom prst="roundRect">
            <a:avLst>
              <a:gd name="adj" fmla="val 23077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74736" y="1426464"/>
            <a:ext cx="3566160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53344" y="1261872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339328" y="17190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VIP Loyalty Program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339328" y="2221992"/>
            <a:ext cx="32918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customers drive a large share of revenue. Retain them with dedicated account management.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47472" y="374904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7472" y="3749040"/>
            <a:ext cx="3566160" cy="475488"/>
          </a:xfrm>
          <a:prstGeom prst="roundRect">
            <a:avLst>
              <a:gd name="adj" fmla="val 2307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" y="4005072"/>
            <a:ext cx="3566160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3749040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2064" y="4297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Discontinue Bottom Products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2064" y="4800600"/>
            <a:ext cx="32918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10 products sell for under $2 each. Replace with higher-margin alternatives.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261104" y="374904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261104" y="3749040"/>
            <a:ext cx="3566160" cy="475488"/>
          </a:xfrm>
          <a:prstGeom prst="roundRect">
            <a:avLst>
              <a:gd name="adj" fmla="val 23077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61104" y="4005072"/>
            <a:ext cx="3566160" cy="23774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61104" y="374904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425696" y="4297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 South Region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425696" y="4800600"/>
            <a:ext cx="32918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lags at $389K vs West 710K. Launch targeted regional promotions to close the gap.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174736" y="374904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174736" y="3749040"/>
            <a:ext cx="3566160" cy="475488"/>
          </a:xfrm>
          <a:prstGeom prst="roundRect">
            <a:avLst>
              <a:gd name="adj" fmla="val 2307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74736" y="4005072"/>
            <a:ext cx="3566160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74736" y="3749040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339328" y="4297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Promote Faster Shipping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339328" y="4800600"/>
            <a:ext cx="32918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Class dominates but First Class and Same Day drive higher satisfaction for key customers.</a:t>
            </a:r>
            <a:endParaRPr lang="en-US" sz="1200" dirty="0"/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A8483A2B-7F79-59AD-A2CC-25CB4283271B}"/>
              </a:ext>
            </a:extLst>
          </p:cNvPr>
          <p:cNvSpPr/>
          <p:nvPr/>
        </p:nvSpPr>
        <p:spPr>
          <a:xfrm>
            <a:off x="4261104" y="1178713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</a:p>
        </p:txBody>
      </p:sp>
      <p:sp>
        <p:nvSpPr>
          <p:cNvPr id="49" name="Text 7">
            <a:extLst>
              <a:ext uri="{FF2B5EF4-FFF2-40B4-BE49-F238E27FC236}">
                <a16:creationId xmlns:a16="http://schemas.microsoft.com/office/drawing/2014/main" id="{5D7AFFA9-B301-3A39-50E2-36A497F30083}"/>
              </a:ext>
            </a:extLst>
          </p:cNvPr>
          <p:cNvSpPr/>
          <p:nvPr/>
        </p:nvSpPr>
        <p:spPr>
          <a:xfrm>
            <a:off x="8202168" y="1170605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5486400" cy="5486400"/>
          </a:xfrm>
          <a:prstGeom prst="ellipse">
            <a:avLst/>
          </a:prstGeom>
          <a:solidFill>
            <a:srgbClr val="2E86AB">
              <a:alpha val="20000"/>
            </a:srgbClr>
          </a:solidFill>
          <a:ln w="12700">
            <a:solidFill>
              <a:srgbClr val="2E86AB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3200400"/>
            <a:ext cx="4572000" cy="4572000"/>
          </a:xfrm>
          <a:prstGeom prst="ellipse">
            <a:avLst/>
          </a:prstGeom>
          <a:solidFill>
            <a:srgbClr val="0D9488">
              <a:alpha val="22000"/>
            </a:srgbClr>
          </a:solidFill>
          <a:ln w="12700">
            <a:solidFill>
              <a:srgbClr val="0D9488">
                <a:alpha val="2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29640" y="1634379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Dashboard 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0" y="3520440"/>
            <a:ext cx="484632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E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Power BI | Dataset: Superstore Sales 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435</Words>
  <Application>Microsoft Office PowerPoint</Application>
  <PresentationFormat>Widescreen</PresentationFormat>
  <Paragraphs>95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Sales Dashboard</dc:title>
  <dc:subject>PptxGenJS Presentation</dc:subject>
  <dc:creator>PptxGenJS</dc:creator>
  <cp:lastModifiedBy>Muslim Mahmoud</cp:lastModifiedBy>
  <cp:revision>4</cp:revision>
  <dcterms:created xsi:type="dcterms:W3CDTF">2026-07-02T21:57:01Z</dcterms:created>
  <dcterms:modified xsi:type="dcterms:W3CDTF">2026-07-05T12:18:01Z</dcterms:modified>
</cp:coreProperties>
</file>